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vs NZ DISTF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Scheme-Level Comparison of Digital Identity Trust Frameworks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 •  New Zealand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188720" cy="11887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01752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18872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Distinction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is an exchange-mediated digital identity network for online transactions. NZ DISTF is a statutory trust framework for accredited digital identity and credential services with broader wallet/credential orientation.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4114800" cy="4572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(Australia)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governed federation network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Exchange-mediated architecture (IXP)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OIDC-native protocol stack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Regulates both supply &amp; demand sides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system operator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 (New Zealand)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9260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services market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service taxonomy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Wallet/credential-native design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Regulates supply side primarily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 provider model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Institutional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384048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Australia: Separated Functions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ID Regulator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24028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Regulator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1752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79476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Standards Chair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development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0"/>
            <a:ext cx="91440" cy="384048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Zealand: Concentrated Governance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92040" y="146304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 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828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governance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24028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 Authority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&amp; compliance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01752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Māori Advisory Group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governance (statutory)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977640"/>
            <a:ext cx="3657600" cy="64008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4069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Tiriti o Waitangi principles embedded in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Taxonomy &amp; Market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Service Types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640080" cy="457200"/>
          </a:xfrm>
          <a:prstGeom prst="rect">
            <a:avLst/>
          </a:prstGeom>
          <a:solidFill>
            <a:srgbClr val="F793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Service Provider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 &amp; proofing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640080" cy="457200"/>
          </a:xfrm>
          <a:prstGeom prst="rect">
            <a:avLst/>
          </a:prstGeom>
          <a:solidFill>
            <a:srgbClr val="F793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Service Provider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attribute issuance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37560"/>
            <a:ext cx="640080" cy="457200"/>
          </a:xfrm>
          <a:prstGeom prst="rect">
            <a:avLst/>
          </a:prstGeom>
          <a:solidFill>
            <a:srgbClr val="F793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Exchange Provider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 switchboard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 Service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44168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1325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Services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5544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data retrieval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89280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002536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9842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Services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2128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Credential-to-subject binding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5117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60904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64261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Services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8712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09544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319272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30098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Services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5295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VC/mDL issuance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6791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977640"/>
            <a:ext cx="365760" cy="365760"/>
          </a:xfrm>
          <a:prstGeom prst="rect">
            <a:avLst/>
          </a:prstGeom>
          <a:solidFill>
            <a:srgbClr val="2A7B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9593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Services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4187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&amp; presentation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= Exchange-mediated federation  |  DISTF = Modular credential services market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Interoperability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Federation-Native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Stack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OpenID Connect Profile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Attribute Profile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identifiers (mandatory)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Features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IXP blinding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Dashboard-based consent management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relying party visibility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DISTF: Credential-Native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Standards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Verifiable Credentials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18013-5 (mDL)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23220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Model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Wallet-based presentation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presentation support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Holder-authorised presentation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server-side retrieval of data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Privacy, Consent &amp; User Control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AGDIS (Australia)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DISTF (New Zealand)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Statutory safeguards beyond Privacy Act; protocol-embedded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governance + explicit authorisation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 consent required; system-level consent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informed authorisation; holder-only credential 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Profiling restrictions; limits on law enforcement &amp; 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unrelated activity requirements; Privacy Act 2020 compliance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Visibility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linked RPs, consent 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PIA requirements; privacy governance &amp; 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605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pushes privacy controls into statute &amp; protocol design. NZ combines strong provider governance with an explicit authorisation model.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Fraud &amp; Operational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Managed Operating Environment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rules + central system operator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System-wide fraud 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cyber incident response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incident reporting requirements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integrity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DISTF: Provider Obligations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management plan required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&amp; hardened controls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notification (ASAP)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 Authority compliance monitoring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investigation powers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3708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difference: AGDIS couples rules with central operations; NZ imposes strong provider obligations without central operator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Accreditation, Conformance &amp; Trust Marks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AGDIS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Accreditation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Accreditation Rules: ID verification levels, privacy, security, accessibility, usability, fraud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Act, Regulations, Rules, ID Standards; independent evaluation in ID mgmt, privacy,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Regulator-led; participation-centric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assessment institutionalised inside accreditation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3-year expiry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ID trustmarks; public registers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Accreditation mark; TF Authority-managed register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233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4069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more explicitly institutionalises external assessment; AGDIS is more regulator-led and participation-centric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Complaints, Enforcement &amp; Redress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Split by Subject Matter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OAIC handles: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complaints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safeguard compliance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data breach investigations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ACCC handles: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compliance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enforcement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DISTF: Provider-Interface Model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obligations: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complaints process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rights disclosure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powers: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&amp; breach investigation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misuse offences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complaints architecture is more visibly built into provider-user interface; AGDIS allocates by regulator function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Inclusion, Accessibility &amp; Cultural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Operational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objects include supporting accessible digital ID services for individuals facing barriers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requirements: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&amp; inclusive services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Rules cover accessibility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DISTF: Constitutional &amp; Cultural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Tiriti o Waitangi / Treaty of Waitangi principles embedded in framework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requirements: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with tikanga experts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Māori expertise embedded in governance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Māori Advisory Group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Tikanga Māori regard in complaints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3708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= operationally explicit on accessibility  |  DISTF = constitutionally &amp; culturally explicit in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Trajectory &amp; Strategic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54864"/>
          </a:xfrm>
          <a:prstGeom prst="rect">
            <a:avLst/>
          </a:prstGeom>
          <a:solidFill>
            <a:srgbClr val="B3B3B3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051560"/>
            <a:ext cx="228600" cy="228600"/>
          </a:xfrm>
          <a:prstGeom prst="ellipse">
            <a:avLst/>
          </a:prstGeom>
          <a:solidFill>
            <a:srgbClr val="2A7B9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25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TF Authority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228600" cy="22860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325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1554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Gov entities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apply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1051560"/>
            <a:ext cx="228600" cy="22860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25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Private sector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opens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Reads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91440" cy="210312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AGDIS: Scaling a controlled network outward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0175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for: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online federation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party governance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assurance brokering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560320"/>
            <a:ext cx="91440" cy="2103120"/>
          </a:xfrm>
          <a:prstGeom prst="rect">
            <a:avLst/>
          </a:prstGeom>
          <a:solidFill>
            <a:srgbClr val="2A7B9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DISTF: Cultivating a regulated services market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0175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7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for: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credentials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 &amp; holder-mediated presentation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service composition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Interoperability Assessment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Challenge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D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Stack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OIDC federation vs W3C VC / ISO mDL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IXP-mediated vs direct credential 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Mapping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ACR-based vs service-class standards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Mark Recognition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maintain public registers &amp; 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require explicit consent/authorisation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Cultural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Jurisdiction-specific (not interop barrier)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3708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step: Detailed interoperability bridge design for AU-NZ consumer use cases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D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AGDIS is a tightly governed, exchange-mediated digital identity network for online transactions.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DISTF is a statutory trust framework for accredited digital identity and credential services, with a broader service model and stronger wallet/credential orientation.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structural difference will drive interoperability outcomes, market entry patterns, liability design, and consumer journey architecture.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Foundation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AGDIS vs NZ DISTF: Scheme-Level Comparison</dc:title>
  <dc:subject>PptxGenJS Presentation</dc:subject>
  <dc:creator>OpenID Foundation</dc:creator>
  <cp:lastModifiedBy>OpenID Foundation</cp:lastModifiedBy>
  <cp:revision>1</cp:revision>
  <dcterms:created xsi:type="dcterms:W3CDTF">2026-03-30T04:00:19Z</dcterms:created>
  <dcterms:modified xsi:type="dcterms:W3CDTF">2026-03-30T04:00:19Z</dcterms:modified>
</cp:coreProperties>
</file>