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vs NZ DISTF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Policy-criteria analysis of two digital identity frameworks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 •  New Zealand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188720" cy="11887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01752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Foundation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09728" cy="13716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treats AGDIS and NZ DISTF as different policy-criteria publishers. The comparison uses an interoperability-focused lens that asks: what policy criteria does each framework publish, and how do they align for cross-border consumer use cases?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Interoperability Pathways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4023360" cy="36576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Bilateral LoA Equivalence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assurance mapping between frameworks. One scheme accepts a mapped assurance result from the other under legal recognition and gateway/broker architecture.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834640"/>
            <a:ext cx="4023360" cy="36576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Dynamic Wallet/Credential Derivation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format, presentation, proofing, and authenticator portability. Holder-presented credentials are accepted in the destination framework based on credential standards.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681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indicators: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4727448"/>
            <a:ext cx="201168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2084832" y="4681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now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4727448"/>
            <a:ext cx="201168" cy="20116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4681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Phased/partial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727448"/>
            <a:ext cx="201168" cy="20116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4" name="Text 22"/>
          <p:cNvSpPr/>
          <p:nvPr/>
        </p:nvSpPr>
        <p:spPr>
          <a:xfrm>
            <a:off x="5102352" y="4681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Future-state / later phase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Scheme Distinction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09728" cy="100584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is a controlled federation for online transactions. NZ DISTF is an accredited services and credential ecosystem.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Pathway Positioning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0233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4023360" cy="4114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420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(Australia)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 Option 1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assurance expression via ACR/URN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federation profile (OIDC)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RP participation controls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for Option 2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designed for roaming-wallet / holder-presented credentials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0233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468880"/>
            <a:ext cx="4023360" cy="41148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5420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 (New Zealand)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97180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for Option 2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VC, ISO mDL, ISO 23220 credentials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Wallet-mediated presentation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Holder-authorised portability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for Option 1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mandatory federation profile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Two-Layer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Australian legislative package explicitly separates accreditation (provider-focused) from participation (AGDIS-specific integration).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61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by: Accreditation Rules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accreditation (ISP/ASP/IXP)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proofing levels &amp; methods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Authenticator classes (AL1-AL3)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data governance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management &amp; risk controls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usability requirements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framework (PSPF/ISO 27001)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review cycle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6187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261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Layer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00600" y="1719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by: Digital ID Rules + AGDIS Data Standards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0060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participate in AGDIS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Participating RP conditions &amp; controls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OpenID Connect Profile (mandatory)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Attribute Profile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identifiers &amp; RP Audit IDs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 incidents &amp; System Admin notifications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Trustmark use &amp; display rules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Record-keeping obligations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47731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Future-state: Private-sector participation (Dec 2026), interoperability rules, liability, redress, charging, data localisation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DISTF: Service-Modular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accredits providers and services across a five-layer service taxonomy, with credential and facilitation services explicitly wallet-native.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data retrieval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898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Assurance Standard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Credential-to-subject binding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1214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Assurance Standard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9806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61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8529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Assurance Standard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VC, ISO 18013-5 mDL, ISO 23220 issuance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584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standards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6110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Services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4805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Wallet-based &amp; remote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43159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assurance rules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TF Board + TF Authority + Māori Advisory Group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Assurance Policy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is unusually explicit on identity proofing, biometrics, and authenticators — one of the easier frameworks to model for bilateral equivalence.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AGDIS Expression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NZ DISTF Expression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accepted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commencement/linking/UitC/photo-ID credentials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per service-class assurance standard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methods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Technical, source, visual verification; eIDVT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Information/Binding Assurance Standards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methods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Online/local biometric, technical/source biometric matching, manual face comparison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service-class with holder authorisation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AL1–AL3 with prescribed authenticator classes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Authentication Assurance Standard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LoA expression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Machine-readable ACR/URN model; IXP enforces minimum assurance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distributed across service accreditation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4343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formal equivalence model, cross-border journeys at moderate-to-high assurance will trigger step-up or re-proofing — one side requires machine-verifiable runtime assurance, the other expresses assurance through service accreditation.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&amp; Protocol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023360" cy="4114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32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Protocol-Rigid by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OpenID Connect Profile is the only federation protocol for AGDIS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features: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pairwise identifiers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Audit ID (separated from ISP)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IXP blinding for privacy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Dashboard-based consent management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combinations in onboarding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4023360" cy="41148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32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DISTF: Credential-Native Standards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mandatory federation profile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standards: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18013-5 (mDL)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23220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Holder-authorised presentation only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server-side retrieval at presentation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2793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plug-and-play federation unlikely. Cross-border login needs a gateway/broker layer translating between AGDIS OIDC and NZ's credential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 &amp; Holder-Mediated 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137160" cy="292608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Clearest Structural Divide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 DISTF: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services must issue reusable credentials (W3C VC, ISO 18013-5 mDL, ISO 23220)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services must support presentation via digital wallets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credential holder may authorise presentation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must not allow server retrieval of presentation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Centred on onboarding rules, OIDC profile, and attribute profile for exchange-mediated transactions. Not designed for holder-held credentials and wallet presentation.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40233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portability from NZ into AGDIS is presently the hardest interoperability problem.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AGDIS is strong on federation-native online presentation and runtime assurance criteria — but weak on wallet-native credential portability.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Readiness &amp; Phasing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54864"/>
          </a:xfrm>
          <a:prstGeom prst="rect">
            <a:avLst/>
          </a:prstGeom>
          <a:solidFill>
            <a:srgbClr val="B3B3B3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868680"/>
            <a:ext cx="201168" cy="201168"/>
          </a:xfrm>
          <a:prstGeom prst="ellipse">
            <a:avLst/>
          </a:prstGeom>
          <a:solidFill>
            <a:srgbClr val="2A7B9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TF Authority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868680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03320" y="1298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Gov entities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apply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40880" y="868680"/>
            <a:ext cx="201168" cy="201168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298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Private sector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Current vs Future State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23360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48840"/>
            <a:ext cx="91440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Now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accreditation framework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proofing &amp; authenticator standards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OIDC profile &amp; participation rules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fraud, accessibility requirements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RP participation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4023360" cy="18288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148840"/>
            <a:ext cx="91440" cy="18288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Future-State / Later Phase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Private-sector AGDIS participation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rules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framework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Redress mechanisms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/ dispute resolution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localisation requirements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ID Rules explanatory material states further rules and standards may be needed within two years for private-sector participation.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High-Friction Interoperability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9611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Model &amp; Perimeter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896112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directly regulates RPs with participation approval. NZ centres accreditation on providers/services with no separate RP regime.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17904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9105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Taxonomy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591056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ISP/ASP/IXP vs 5-layer service stack. NZ credential &amp; facilitation services have no native AGDIS equivalent.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8600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Packaging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286000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runtime ACR/URN model vs NZ service-class standards conformance. Different assurance expression paradigms.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07792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8094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980944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mandates single OIDC profile. NZ references service-specific standards and holder-presented models.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02736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758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Portability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wallet-native (W3C VC, mDL). AGDIS exchange-mediated. The clearest structural divide.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9144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7083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4370832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private sector not until Dec 2026. NZ TF Authority live Jul 2024. Private-sector cross-border not yet viable.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Medium-Friction Interoperability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9611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Transaction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896112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= online transactions. NZ = online or otherwise. Manageable for online; material for offline/wallet flows.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17904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9105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591056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split across 4 bodies; NZ Board/Authority/Advisory Group. Multi-authority coordination needed.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8600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Consent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286000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strong but different mechanics. Identifier translation, consent UX, cross-border data notices need design.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07792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8094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Fraud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980944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serious; different evidence packages. Mutual recognition needs detailed control mapping.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02736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758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Complaints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managed-network observability vs NZ provider-side reporting. Different trails, thresholds, routing.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9144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7083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&amp; Values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4370832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accessibility/usability controls. NZ tikanga/Treaty principles. Both have values; operationalise differently.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Path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09728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Viable: Option 1 Path (Bilateral LoA Equivalence)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Brokered online authentication flow into government relying services, where one scheme accepts a mapped assurance result from the other under formal legal recognition and a gateway model.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Requirements: </a:t>
            </a:r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assurance equivalence mapping  •  Legal recognition framework  •  Gateway/broker architecture  •  Government RP scope initially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strength: runtime assurance expression, mandatory federation profile, tight participation controls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109728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Problem: Option 2 Path (Wallet/Credential Portability)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use of NZ wallet-based reusable credentials inside AGDIS, especially for private-sector consumer services before Australia's December 2026 participation opening.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Requires: wallet/VC protocol bridging, private-sector RP participation, credential-to-federation translation, market timing alignment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Build a concrete policy-criteria request/resolution example for one AU–NZ government use case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D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is a strong policy publisher for centrally governed online federation, runtime assurance, relying-party control, and protocol-level privacy.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DISTF is a stronger policy publisher for reusable credentials, wallet-mediated presentation, and holder-authorised portability.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AU–NZ interoperability is most feasible near-term through bilateral assurance equivalence and brokered online federation, not through immediate wallet portability.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Foundation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AGDIS vs NZ DISTF: Interoperability Assessment</dc:title>
  <dc:subject>PptxGenJS Presentation</dc:subject>
  <dc:creator>OpenID Foundation</dc:creator>
  <cp:lastModifiedBy>OpenID Foundation</cp:lastModifiedBy>
  <cp:revision>1</cp:revision>
  <dcterms:created xsi:type="dcterms:W3CDTF">2026-03-30T05:26:56Z</dcterms:created>
  <dcterms:modified xsi:type="dcterms:W3CDTF">2026-03-30T05:26:56Z</dcterms:modified>
</cp:coreProperties>
</file>